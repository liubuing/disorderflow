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17212B"/>
                </a:solidFill>
                <a:latin typeface="Microsoft YaHei"/>
              </a:defRPr>
            </a:pPr>
            <a:r>
              <a:t>DisorderFlow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52606D"/>
                </a:solidFill>
                <a:latin typeface="Microsoft YaHei"/>
              </a:defRPr>
            </a:pPr>
            <a:r>
              <a:t>An Auditable Platform for Antibody Design against Disordered Epitopes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8503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Team 28 - Analyzing Disorder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703320"/>
            <a:ext cx="8503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Qilu University of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206240"/>
            <a:ext cx="8503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Bioinformatics Resources / Platforms | iBEC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1. Why Disordered Epitopes?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Rigid-pose antibody design is poorly matched to conformational heterogeneity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Aβ, tau and α-synuclein are central protein-misfolding targets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One antigen sequence can occupy multiple structural states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A candidate should not be selected by one pose or one uncalibrated confidence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Engineering goal: auditable generation, counterfactual controls and uncertainty-aware filtering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2. Original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A platform, not a single opaque 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ECLS: complex versus peptide-stripped structural likelihood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Position-sensitive antigen-disorder routing in a Bayesian Flow Network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BFN expands H3 exploration, with an explicitly measured developability tradeoff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Fail-closed binder confidence: abstain when experimental labels are absent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3. End-to-End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Structure → generation → multi-state scoring → filtering → triage → handoff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BFN, ProteinMPNN and ESM-IF matched workflows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Gradio interface plus reproducible command-line runners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AF2-Multimer through a persistent WSL2 GPU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Developability, diversity, provenance and claim-boundary exports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4. Frozen ECLS Temporal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31 structures | 15 antigen clusters | 200 shuffles per record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Mean native advantage: 0.1723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Cluster-bootstrap 95% CI: [0.0592, 0.2919]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Positive clusters: 12/15 (80%)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Bounded claim: structural sequence contrast, not affinity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5. Aβ Candidate Engineering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A frozen, auditable 3D6/4HIX case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481 source memberships → 352 unique candidates including native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77 pass computational gates → 24 diverse candidates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27 entities × 3 AF2 seeds = 81/81 successful predictions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16 pass AF2/PRODIGY gates → 12 final computational candidates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6. Multi-Seed Structural 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Small score changes are reported with uncertainty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Native median ipTM: 0.4762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Candidate median ipTM range: 0.4763-0.5034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Candidate seed ranges: 0.0030-0.0087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Interface PAE ≈ 26: candidates remain computational hypotheses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7. Evidence Audit and Second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Correcting claims is part of the engineering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1,289 records × 5 conformations; 219 have exact DisProt disorder-region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The unsupported phrase '800+ natural IDPs' has been removed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Tau/5MP3: correct 13-aa H3, five poses, 275 candidates including native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Eight diverse Tau candidates; minimum pairwise Hamming distance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8. Engineering and Translation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Computational output is converted into an auditable handoff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Secreted scFv contract: signal-VH-(G4S)3-VL-G4S-His6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12 candidates plus native and counterfactual sequence controls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Blinded assay layouts and measurement import schemas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No false probability: binder-confidence status is abstain_not_trained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9. iBEC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Primary track: Bioinformatics Resources / Platforms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Runnable platform and 4HIX demonstration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Frozen ECLS benchmark and 68-file checksummed evidence manifest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Aβ 352→24→12 case study with 81 hashed AF2 structures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Completed audits and Tau 275→163→8 second-target extension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2920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138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Current boundary: no experimental binding, affinity or therapeutic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DisorderFlow iBEC Technical Abstract</dc:title>
  <dc:subject/>
  <dc:creator>DisorderFlow</dc:creator>
  <cp:keywords/>
  <dc:description>generated using python-pptx</dc:description>
  <cp:lastModifiedBy>DisorderFlow</cp:lastModifiedBy>
  <cp:revision>1</cp:revision>
  <dcterms:created xsi:type="dcterms:W3CDTF">2013-01-27T09:14:16Z</dcterms:created>
  <dcterms:modified xsi:type="dcterms:W3CDTF">2013-01-27T09:15:58Z</dcterms:modified>
  <cp:category/>
</cp:coreProperties>
</file>